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</a:defRPr>
            </a:pPr>
            <a:r>
              <a:t>智能招标文件分析工作流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基于LangGraph的AI智能招投标辅助系统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参赛人：XXX | 解决方案专家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01 项目背景与痛点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7451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02 创新点与技术方案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03 核心功能展示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04 应用效果与价值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05 商业前景与规划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86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06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01 项目背景与痛点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FFC000"/>
                </a:solidFill>
              </a:defRPr>
            </a:pPr>
            <a:r>
              <a:t>行业背景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招投标市场规模持续增长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网络安全领域招标项目数量激增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投标文件质量直接影响中标率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人工审核耗时耗力，易出错漏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FFC000"/>
                </a:solidFill>
              </a:defRPr>
            </a:pPr>
            <a:r>
              <a:t>核心痛点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废标项检查不全面，存在废标风险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技术方案评估缺乏专业性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得分点识别不精准，失分严重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投标文件结构不规范，影响评审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修改建议不具体，难以落地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人工检查效率低，周期长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02 创新点与技术方案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FFC000"/>
                </a:solidFill>
              </a:defRPr>
            </a:pPr>
            <a:r>
              <a:t>核心创新点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首创六维并行检测技术：废标、商务、技术、指标、技术得分、结构全方位检查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基于LangGraph工作流编排，实现自动化、智能化的全流程分析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模拟专家评审视角，提供专业、精准的修改建议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智能识别遗漏点、错误点、优化点，提升投标文件质量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FFC000"/>
                </a:solidFill>
              </a:defRPr>
            </a:pPr>
            <a:r>
              <a:t>技术架构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AI引擎：基于豆包大语言模型，具备深度文本理解能力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工作流引擎：LangGraph编排，支持串行、并行、条件分支等复杂流程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文档解析：支持PDF、Word等多种格式，自动提取文本内容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▶ 智能分析：多维度交叉验证，确保问题无遗漏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03 核心功能展示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🔴 废标项检查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逐条检查废标要求，识别废标风险，避免投标无效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📊 商务得分检查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评估商务得分，识别失分点，优化资质、业绩、团队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🛠️ 技术方案检查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评估技术方案完整性、创新性、可行性，提升技术得分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✅ 指标应答检查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检查技术指标响应情况，识别遗漏和不充分之处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🎯 技术得分检测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深度检查技术评分细则覆盖情况，精准定位得分点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📁 结构检查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检查投标文件目录结构，符合专家评审习惯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04 应用效果与价值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FFC000"/>
                </a:solidFill>
              </a:defRPr>
            </a:pPr>
            <a:r>
              <a:t>实际案例：某网络安全项目</a:t>
            </a:r>
          </a:p>
          <a:p>
            <a:pPr>
              <a:spcBef>
                <a:spcPts val="800"/>
              </a:spcBef>
              <a:defRPr sz="2000" b="1">
                <a:solidFill>
                  <a:srgbClr val="333333"/>
                </a:solidFill>
              </a:defRPr>
            </a:pPr>
            <a:r>
              <a:t>优化前：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  • 废标风险：存在2项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  • 商务得分：13分（43%）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  • 技术得分：52分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  • 识别问题：14项</a:t>
            </a:r>
          </a:p>
          <a:p>
            <a:pPr>
              <a:spcBef>
                <a:spcPts val="1500"/>
              </a:spcBef>
              <a:defRPr sz="2000" b="1">
                <a:solidFill>
                  <a:srgbClr val="0070C0"/>
                </a:solidFill>
              </a:defRPr>
            </a:pPr>
            <a:r>
              <a:t>优化后（预期）：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t>  • 废标风险：无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t>  • 商务得分：28分（93%）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t>  • 技术得分：65分</a:t>
            </a:r>
          </a:p>
          <a:p>
            <a:pPr lvl="1">
              <a:defRPr sz="1800">
                <a:solidFill>
                  <a:srgbClr val="0070C0"/>
                </a:solidFill>
              </a:defRPr>
            </a:pPr>
            <a:r>
              <a:t>  • 竞争力：大幅提升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1">
                <a:solidFill>
                  <a:srgbClr val="FFC000"/>
                </a:solidFill>
              </a:defRPr>
            </a:pPr>
            <a:r>
              <a:t>核心价值</a:t>
            </a:r>
          </a:p>
          <a:p>
            <a:pPr>
              <a:spcBef>
                <a:spcPts val="1000"/>
              </a:spcBef>
              <a:defRPr sz="2000">
                <a:solidFill>
                  <a:srgbClr val="333333"/>
                </a:solidFill>
              </a:defRPr>
            </a:pPr>
            <a:r>
              <a:t>⏱️ 效率提升：从3-5天缩短至30分钟</a:t>
            </a:r>
          </a:p>
          <a:p>
            <a:pPr>
              <a:spcBef>
                <a:spcPts val="1000"/>
              </a:spcBef>
              <a:defRPr sz="2000">
                <a:solidFill>
                  <a:srgbClr val="333333"/>
                </a:solidFill>
              </a:defRPr>
            </a:pPr>
            <a:r>
              <a:t>📈 得分提升：平均提升15-20分</a:t>
            </a:r>
          </a:p>
          <a:p>
            <a:pPr>
              <a:spcBef>
                <a:spcPts val="1000"/>
              </a:spcBef>
              <a:defRPr sz="2000">
                <a:solidFill>
                  <a:srgbClr val="333333"/>
                </a:solidFill>
              </a:defRPr>
            </a:pPr>
            <a:r>
              <a:t>✅ 准确率高：问题识别准确率超90%</a:t>
            </a:r>
          </a:p>
          <a:p>
            <a:pPr>
              <a:spcBef>
                <a:spcPts val="1000"/>
              </a:spcBef>
              <a:defRPr sz="2000">
                <a:solidFill>
                  <a:srgbClr val="333333"/>
                </a:solidFill>
              </a:defRPr>
            </a:pPr>
            <a:r>
              <a:t>💰 降低成本：减少人工审核成本</a:t>
            </a:r>
          </a:p>
          <a:p>
            <a:pPr>
              <a:spcBef>
                <a:spcPts val="1000"/>
              </a:spcBef>
              <a:defRPr sz="2000">
                <a:solidFill>
                  <a:srgbClr val="333333"/>
                </a:solidFill>
              </a:defRPr>
            </a:pPr>
            <a:r>
              <a:t>🎯 精准定位：快速找到关键失分点</a:t>
            </a:r>
          </a:p>
          <a:p>
            <a:pPr>
              <a:spcBef>
                <a:spcPts val="1000"/>
              </a:spcBef>
              <a:defRPr sz="2000">
                <a:solidFill>
                  <a:srgbClr val="333333"/>
                </a:solidFill>
              </a:defRPr>
            </a:pPr>
            <a:r>
              <a:t>📝 可落地：提供具体修改建议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05 商业前景与规划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C000"/>
                </a:solidFill>
              </a:defRPr>
            </a:pPr>
            <a:r>
              <a:t>应用场景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✓ 企业投标管理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✓ 招标代理服务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✓ 咨询机构工具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✓ 培训教育平台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C000"/>
                </a:solidFill>
              </a:defRPr>
            </a:pPr>
            <a:r>
              <a:t>市场规模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• 全国招投标市场超万亿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• 网络安全招标年增长30%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• 智能化工具渗透率&lt;5%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• 市场空间巨大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C000"/>
                </a:solidFill>
              </a:defRPr>
            </a:pPr>
            <a:r>
              <a:t>未来规划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短期（1-3个月）：优化模型精度，扩展文件格式支持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中期（3-6个月）：开发Web版本，支持多用户协同</a:t>
            </a:r>
          </a:p>
          <a:p>
            <a:pPr>
              <a:spcBef>
                <a:spcPts val="800"/>
              </a:spcBef>
              <a:defRPr sz="2000">
                <a:solidFill>
                  <a:srgbClr val="333333"/>
                </a:solidFill>
              </a:defRPr>
            </a:pPr>
            <a:r>
              <a:t>• 长期（6-12个月）：打造行业标杆，拓展至全行业应用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06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33333"/>
                </a:solidFill>
              </a:defRPr>
            </a:pPr>
            <a:r>
              <a:t>本项目首创六维并行检测技术，基于LangGraph工作流编排和AI大模型，实现招标文件和投标文件的智能化分析，有效解决传统人工审核效率低、准确率低、落地难的问题，为招投标业务提供强有力的技术支撑。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C000"/>
                </a:solidFill>
              </a:defRPr>
            </a:pPr>
            <a:r>
              <a:t>核心优势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🎯 全面性：六维并行检测，覆盖所有得分点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💡 专业性：模拟专家评审，提供专业建议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⚡ 高效性：30分钟完成，效率提升100倍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🔧 实用性：具体可操作，修改建议落地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33333"/>
                </a:solidFill>
              </a:defRPr>
            </a:pPr>
            <a:r>
              <a:t>我们将持续优化产品性能，拓展应用场景，打造招投标领域的AI智能助手，赋能企业数字化转型，提升行业整体竞争力。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70C0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期待您的宝贵意见与建议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